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ACE2-5B65-4441-BD33-71DAA7DB6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811A2-1A64-4CED-82F8-1D5BF1F27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64FAC-BBB3-414F-AB6D-D20DC893A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03B47-8968-4265-8390-2DC56C2D3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1DB71-669A-41DC-9C2F-0C3EBB31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1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92BE-086C-4C2E-B76B-596265C50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BAC58-FD2B-4D08-9D3A-18B057625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3B87F-7FE8-40B2-BB9F-723F2B1D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47337-38DB-46B7-87BD-EC656353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3049-80A2-4DEC-AF6E-09EB0CD4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6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D98EF-ADC7-467A-A6C8-2AEC8321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F6219-2440-41E9-9C0D-AF65C5299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882A0-E6BB-4C82-A690-5D82BA63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488A7-C06B-4889-872E-E7562D11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3EDD7-C946-44BB-BF26-2C844645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72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652B-B855-4B23-9294-65C107B3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55F1A-FA5C-4EF2-BCB4-BA12C7F3A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3AFBB-36DE-4CB0-B881-6A6CABCE4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C757E-3650-4545-B820-F1890BFE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6DF7E-3DEF-4240-BE59-965B9094B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2F83C-00A4-4DF1-A087-43F484C5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67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0EBD-BBFA-461A-8C51-862206325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A79EB-916C-4E56-922E-6967FA4B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1C034-16FB-4056-806F-2E5CA4075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C778D-D382-444C-A590-218D3747B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3BD9C0-86C9-4D67-AC8F-B3B0547A65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9AF9C-123B-4ADC-A8FE-39AD957D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7418AE-F0DE-4973-8409-FC24F55D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02862-9DB2-47D2-9536-CFC59AC8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7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FF48D-E0AF-415D-A6D4-305668EF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14408-AB6A-4E39-884C-003F43AE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48708-ECE4-40B6-8405-6A6287EE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81519-8A49-47A8-A0E3-CB497E99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01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767291-A95B-476C-86AD-97A7B861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99870-FAD8-4DF3-A1D7-5DE5AA058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B7A78-8FFD-4C9B-B3FD-E5668BA2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2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E488-08A3-4FBD-9B79-4547053C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6BEF-B24F-4293-A200-BE7536CE3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74807-E35A-4844-A6C8-99115BE48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38D21-929A-4AD5-BD3E-98C74646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C377D-EFD1-4540-B3C3-60E574E2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DB15B-864A-4F42-95A7-3C167041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39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45FB-4A1C-409B-BCAE-CFA104D6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AC826-D10A-408A-85DA-ECBFD15F2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50A34-8100-4FD6-8B0A-8EA285092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BB411-704D-484D-9C6F-C7ADC4DB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6EF15-4EF9-4E72-AB34-84781D07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495F5-C713-4C9F-A00F-9CE974F2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1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5DE25-D4E7-48A7-90CB-4342AE6DA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C5940-F5A0-41E1-AFAE-F3348E058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D641C-40C6-4446-9C99-3B1C44C58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01693-E8C7-4DC3-A747-3A9927FC8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415F1-85F6-462C-86BB-A64E2C11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3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D0F99-59C1-4373-A076-68186DAB3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58EF6-0F6C-4865-93AC-A57400DFE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2592A-3310-4F8F-8027-03F1DEE4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4129C-4254-4F8B-9D50-6207AA1C9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D8964-8371-4DA5-8662-A38E265A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7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33A24-C17D-4365-9BF7-57BFE6709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4CF2E-F3AA-4DBA-AB5D-92D0B039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7F8CB-0091-4C1E-99E7-E56D3E1FD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98890-2686-4100-8E70-0E9F2128949D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A6B2F-F4B4-46B6-8300-69DB5371C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F3A3-62E7-4D03-BFCA-D43EB2088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4231E-2034-41F5-B45E-676A10858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9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sciencemag.org/news/2018/08/scientists-tweak-dna-viable-human-embryo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dna">
            <a:hlinkClick r:id="rId2"/>
            <a:extLst>
              <a:ext uri="{FF2B5EF4-FFF2-40B4-BE49-F238E27FC236}">
                <a16:creationId xmlns:a16="http://schemas.microsoft.com/office/drawing/2014/main" id="{72C2B1BD-0709-4718-8572-90BDAB280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624" y="1041173"/>
            <a:ext cx="3036365" cy="170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0686548-3356-4D45-AEEC-41B82387DA90}"/>
              </a:ext>
            </a:extLst>
          </p:cNvPr>
          <p:cNvSpPr/>
          <p:nvPr/>
        </p:nvSpPr>
        <p:spPr>
          <a:xfrm>
            <a:off x="3242237" y="1545689"/>
            <a:ext cx="1733449" cy="965200"/>
          </a:xfrm>
          <a:prstGeom prst="ellipse">
            <a:avLst/>
          </a:prstGeom>
          <a:solidFill>
            <a:srgbClr val="D1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Bodoni MT" panose="020706030806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A6280-2DDF-4126-99C7-A14C9D4BE287}"/>
              </a:ext>
            </a:extLst>
          </p:cNvPr>
          <p:cNvSpPr txBox="1"/>
          <p:nvPr/>
        </p:nvSpPr>
        <p:spPr>
          <a:xfrm>
            <a:off x="3173352" y="1836570"/>
            <a:ext cx="18712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Eduardo Sontag Lab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</a:rPr>
              <a:t>@ NU</a:t>
            </a:r>
          </a:p>
        </p:txBody>
      </p:sp>
    </p:spTree>
    <p:extLst>
      <p:ext uri="{BB962C8B-B14F-4D97-AF65-F5344CB8AC3E}">
        <p14:creationId xmlns:p14="http://schemas.microsoft.com/office/powerpoint/2010/main" val="2545564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Bodoni MT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 Phong Tran</dc:creator>
  <cp:lastModifiedBy>Anh Phong Tran</cp:lastModifiedBy>
  <cp:revision>4</cp:revision>
  <dcterms:created xsi:type="dcterms:W3CDTF">2018-10-18T03:46:10Z</dcterms:created>
  <dcterms:modified xsi:type="dcterms:W3CDTF">2018-10-18T04:37:21Z</dcterms:modified>
</cp:coreProperties>
</file>